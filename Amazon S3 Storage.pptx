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0661-11FA-17EA-17DF-1E07E13B4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0CD62-2AF6-DF94-95A6-E75384AAD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C43A6-70FE-7DB7-E2E7-B65319DF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D058-12D7-965B-B760-7D142704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51AE8-A1A8-BD5E-352B-CC40F794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3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6CE7-9E8F-CB65-FD4E-74BAA003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E58A-6991-DE37-0C49-B287F0BAE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A9373-FB84-9C18-2E00-DE172AB3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86D37-79A5-E5A3-8D55-454D3A6E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CD3E-8600-DEBA-DD31-82CD39E6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0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2FA9-9137-BD5D-2BEB-BCBE0670E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A8EF0-47CA-6D1B-09C9-BC8C88D59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F10A9-D50E-E377-0CDE-1FD30DA4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FB926-E0C9-9B18-B621-727944F9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D8795-7D77-FF43-56BA-90D49662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6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0934-3A11-45FE-4D4E-C8AE979F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0F774-978D-2D4A-EE48-45CB51C85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5EA9B-B5AE-630B-A83A-5578CFCB4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1471B-E664-4889-08F2-7B1D4D9C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62561-ED0D-B0F5-4370-F14778E5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AD3B8-5404-5124-02F8-9F066EAE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8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5470-0BDA-723F-FCDC-C66FD698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A49A9-05F8-5625-58FF-3F83DD047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FB424-F60E-ACD9-F198-F15ABC8DD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7E2B3-45E9-2945-0612-EB3259F6F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8FDE6-30A5-8A72-7B37-84420A1FF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F36BC6-4E71-220B-C3C4-4C581B06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9BD55-8460-222B-D42C-8E3A6E4D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160FE-002C-DCA8-F6E5-D50D18B8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8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85FC-B070-B7FC-6D62-A7DBB2E2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01A7B-2BA9-AE41-3895-54659169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32617-7CAE-4530-C148-515E15FA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29CDD-8B8D-A7A1-011E-EDDFC0E7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9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395E4-93B9-F353-9BC2-D6E3EFD1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BB70A-5917-5F56-43CC-31A9461A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1A5B6-1AF6-81A4-3C39-FA8ADF54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76BA-C857-30FC-AB77-7726E67C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0E71-E42F-5EA8-904C-94C370137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C403-C405-CED5-1235-8255773B2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F5E6-5F56-89E4-00A7-BE8B06ED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A0726-D60D-D60D-1FA9-E8F6E6DF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E52B1-665B-63D2-68FB-3841C21B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3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A0F2-6917-EAFB-D895-17DA86AB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BCE85-C281-F1A8-BD4B-539B2596D3B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A0A7E-972A-F88D-FAB7-346818090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6024E-96F8-386B-0A0C-2780690A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EA5A1-2DCB-439A-9CED-F08BCC31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212C6-4A3E-B49F-1127-5B9DC2E1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6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9A5D-4DD0-FEAB-DA3F-CE479F4E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B888E-6995-BA84-FBFA-4DE44EB33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A4A5-0544-0578-34FD-05F7B974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3D482-EF90-EFFE-73BC-9516587A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ECE0E-F43F-BBE0-861E-1CAB509C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1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178DA-17CC-72D5-5D00-F206BDDED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1500B-372E-A99F-EE21-DCF3566B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BF3C6-7BE7-51C6-71A1-DA9062F0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41D1E-6182-6DA1-1A8A-D60F7928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AFF8E-3488-99D8-67C5-7E7B2B3E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0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EEB69-52E8-FB1F-04CA-5FCFC943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DBE1F-2EED-E752-EE77-F39243CF6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B7761-FCF6-F6F6-C409-03C00E5BD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CCEBB-A84A-4659-8E0A-67DFA7AE5E9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BF78F-718B-89C8-69F6-6FBB8B514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27B5-90E4-8010-7AE4-69982ED76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DA1AA-25FF-479B-8CD0-EF78B1FEF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5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82677-B490-53DB-9162-F45615F70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9600"/>
              <a:t>Amazon S3 Storage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07BFC-8BE1-1A7D-118E-C14EC20FA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>
            <a:normAutofit/>
          </a:bodyPr>
          <a:lstStyle/>
          <a:p>
            <a:pPr algn="r"/>
            <a:r>
              <a:rPr lang="en-US" dirty="0" err="1"/>
              <a:t>GTech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FB3D0-2500-7B9F-2FFB-B61962EE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62" y="2218634"/>
            <a:ext cx="2621772" cy="247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9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48CD-D5D5-BB6B-069D-CA846700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9F699-F65A-B526-60D2-2E85CA4C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/>
              <a:t>Introduction to Amazon S3</a:t>
            </a:r>
          </a:p>
          <a:p>
            <a:r>
              <a:rPr lang="en-US" sz="2600"/>
              <a:t>Amazon S3 Storage Classes</a:t>
            </a:r>
          </a:p>
          <a:p>
            <a:r>
              <a:rPr lang="en-US" sz="2600"/>
              <a:t>Amazon S3 Lifecycle Rules</a:t>
            </a:r>
          </a:p>
          <a:p>
            <a:r>
              <a:rPr lang="en-US" sz="2600"/>
              <a:t>S3 Storage Class analysis</a:t>
            </a:r>
          </a:p>
          <a:p>
            <a:r>
              <a:rPr lang="en-US" sz="2600"/>
              <a:t>Amazon S3 Replication</a:t>
            </a:r>
          </a:p>
          <a:p>
            <a:r>
              <a:rPr lang="en-US" sz="2600"/>
              <a:t>Amazon S3 Object Encryption</a:t>
            </a:r>
          </a:p>
          <a:p>
            <a:r>
              <a:rPr lang="en-US" sz="2600"/>
              <a:t>AWS KMS and Its Limitations</a:t>
            </a:r>
          </a:p>
          <a:p>
            <a:r>
              <a:rPr lang="en-US" sz="2600"/>
              <a:t>Amazon S3 Client-Slide Encryption</a:t>
            </a:r>
          </a:p>
          <a:p>
            <a:r>
              <a:rPr lang="en-US" sz="2600"/>
              <a:t>Comparing S3 Encryption Methods</a:t>
            </a:r>
          </a:p>
          <a:p>
            <a:r>
              <a:rPr lang="en-US" sz="2600"/>
              <a:t>Amazon S3 Access Logs</a:t>
            </a:r>
          </a:p>
          <a:p>
            <a:r>
              <a:rPr lang="en-US" sz="2600"/>
              <a:t>Summary</a:t>
            </a:r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0348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99ABA-EAD4-55F4-C5C1-6E4ACB0C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Introduction to Amazon S3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B536F-C2FD-C54F-5171-DEEDF73D8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Amazon S3 stands for Simple Storage Service</a:t>
            </a:r>
          </a:p>
          <a:p>
            <a:r>
              <a:rPr lang="en-US" dirty="0"/>
              <a:t>It is an object storage service provided by AWS</a:t>
            </a:r>
          </a:p>
          <a:p>
            <a:r>
              <a:rPr lang="en-US" dirty="0"/>
              <a:t>Data is stored as objects inside buckets.</a:t>
            </a:r>
          </a:p>
          <a:p>
            <a:r>
              <a:rPr lang="en-US" dirty="0"/>
              <a:t>Objects can include image, video, documents, and backups.</a:t>
            </a:r>
          </a:p>
          <a:p>
            <a:r>
              <a:rPr lang="en-US" dirty="0"/>
              <a:t>Different storage classes suit different access needs.</a:t>
            </a:r>
          </a:p>
          <a:p>
            <a:r>
              <a:rPr lang="en-US" dirty="0"/>
              <a:t>S3 provides lifecycle management, replication and encryption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64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92008-74E0-86C5-0C44-7554FF52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Amazon S3 Storage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37DA0-1A6B-35F5-362F-2D5055C10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/>
              <a:t>S3 Standard: For frequently accessed data.</a:t>
            </a:r>
          </a:p>
          <a:p>
            <a:r>
              <a:rPr lang="en-US" sz="2000"/>
              <a:t>S3 Intelligent-Tiering: Automatically moves eligible data between access tiers.</a:t>
            </a:r>
          </a:p>
          <a:p>
            <a:r>
              <a:rPr lang="en-US" sz="2000"/>
              <a:t>S3 Standard-AI: For infrequently accessed data needing immediate retrieval.</a:t>
            </a:r>
          </a:p>
          <a:p>
            <a:r>
              <a:rPr lang="en-US" sz="2000"/>
              <a:t>S3 One Zone-IA: For infrequent data that does not need multi-AZ resilience</a:t>
            </a:r>
          </a:p>
          <a:p>
            <a:r>
              <a:rPr lang="en-US" sz="2000"/>
              <a:t>S3 Glacier Classes: For archive and long-term storage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C3BD6-73F6-3C5E-DFAA-CBFE9671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374541"/>
            <a:ext cx="4788505" cy="337666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0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A6A3B-32C7-0757-2303-CEC29AAB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Amazon S3 lifecycle Rules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FC39E-7E09-25D6-ECF2-224D990C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Lifecycle rules automate actions on stored objects.</a:t>
            </a:r>
          </a:p>
          <a:p>
            <a:r>
              <a:rPr lang="en-US" dirty="0"/>
              <a:t>Transition: Moves eligible objects to another storage class.</a:t>
            </a:r>
          </a:p>
          <a:p>
            <a:r>
              <a:rPr lang="en-US" dirty="0"/>
              <a:t>Expiration: Schedules eligible objects for detection.</a:t>
            </a:r>
          </a:p>
          <a:p>
            <a:r>
              <a:rPr lang="en-US" dirty="0"/>
              <a:t>Rules can apply to all objects or selected objects.</a:t>
            </a:r>
          </a:p>
          <a:p>
            <a:r>
              <a:rPr lang="en-US" dirty="0"/>
              <a:t>Filters can use prefixed and object tags.</a:t>
            </a:r>
          </a:p>
          <a:p>
            <a:r>
              <a:rPr lang="en-US" dirty="0"/>
              <a:t>Rules can also help remove incomplete multipart uploads.</a:t>
            </a:r>
          </a:p>
        </p:txBody>
      </p:sp>
    </p:spTree>
    <p:extLst>
      <p:ext uri="{BB962C8B-B14F-4D97-AF65-F5344CB8AC3E}">
        <p14:creationId xmlns:p14="http://schemas.microsoft.com/office/powerpoint/2010/main" val="407787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3A4EE-3F45-03B1-60AF-5F4F9C27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Amazon S3 Storage Class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406F-DB25-E586-693B-F5912786A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/>
              <a:t>Helps understand how objects are accessed over time.</a:t>
            </a:r>
          </a:p>
          <a:p>
            <a:r>
              <a:rPr lang="en-US" sz="2000"/>
              <a:t>Supports decisions about storage class selection</a:t>
            </a:r>
          </a:p>
          <a:p>
            <a:r>
              <a:rPr lang="en-US" sz="2000"/>
              <a:t>Can help identify data suitable for infrequent access</a:t>
            </a:r>
          </a:p>
          <a:p>
            <a:r>
              <a:rPr lang="en-US" sz="2000"/>
              <a:t>Analysis results can be delivered in a CSV report.</a:t>
            </a:r>
          </a:p>
          <a:p>
            <a:r>
              <a:rPr lang="en-US" sz="2000"/>
              <a:t>It helps inform lifecycle rule planning.</a:t>
            </a:r>
          </a:p>
          <a:p>
            <a:r>
              <a:rPr lang="en-US" sz="2000"/>
              <a:t>It does not automatically move objects.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DA4D7-FC03-0E72-1E94-4E891E4DC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334" y="2184914"/>
            <a:ext cx="3020570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1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E72E0-97B5-6EFC-B42F-C4E2A8A5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Amazon S3 Replication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66E5-B069-C223-40C7-44C3F5BF6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Replication automatically copies eligible objects between S3 buckets.</a:t>
            </a:r>
          </a:p>
          <a:p>
            <a:r>
              <a:rPr lang="en-US" dirty="0"/>
              <a:t>SRR: Same-Region Replication</a:t>
            </a:r>
          </a:p>
          <a:p>
            <a:r>
              <a:rPr lang="en-US" dirty="0"/>
              <a:t>CRR: Cross-Region Replication</a:t>
            </a:r>
          </a:p>
          <a:p>
            <a:r>
              <a:rPr lang="en-US" dirty="0"/>
              <a:t>Versioning must be enabled on both buckets for live replication.</a:t>
            </a:r>
          </a:p>
          <a:p>
            <a:r>
              <a:rPr lang="en-US" dirty="0"/>
              <a:t>Replication requires appropriate permissions and configuration.</a:t>
            </a:r>
          </a:p>
          <a:p>
            <a:r>
              <a:rPr lang="en-US" dirty="0"/>
              <a:t>It supports resilience, data sharing, and recovery planning.</a:t>
            </a:r>
          </a:p>
        </p:txBody>
      </p:sp>
    </p:spTree>
    <p:extLst>
      <p:ext uri="{BB962C8B-B14F-4D97-AF65-F5344CB8AC3E}">
        <p14:creationId xmlns:p14="http://schemas.microsoft.com/office/powerpoint/2010/main" val="4247211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8C004-375F-EF8C-5896-BF868710B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>
            <a:normAutofit/>
          </a:bodyPr>
          <a:lstStyle/>
          <a:p>
            <a:r>
              <a:rPr lang="en-US" sz="4000"/>
              <a:t>Amazon S3 Object Encryption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505D4-1AFB-56B0-77D6-04631FBD8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57" y="538956"/>
            <a:ext cx="618986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3E29-9DBC-6921-9FEC-31394E042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US" sz="2000"/>
              <a:t>Encryption protects stored data from unauthorized reading.</a:t>
            </a:r>
          </a:p>
          <a:p>
            <a:r>
              <a:rPr lang="en-US" sz="2000"/>
              <a:t>Encryption at rest: Protects data while stored.</a:t>
            </a:r>
          </a:p>
          <a:p>
            <a:r>
              <a:rPr lang="en-US" sz="2000"/>
              <a:t>Encryption in transit: Protects data during transfer.</a:t>
            </a:r>
          </a:p>
          <a:p>
            <a:r>
              <a:rPr lang="en-US" sz="2000"/>
              <a:t>SSE-S3: S3 manages encryption keys.</a:t>
            </a:r>
          </a:p>
          <a:p>
            <a:r>
              <a:rPr lang="en-US" sz="2000"/>
              <a:t>SSE-KMS: Uses AWS Key Management Service.</a:t>
            </a:r>
          </a:p>
          <a:p>
            <a:r>
              <a:rPr lang="en-US" sz="2000"/>
              <a:t>Other options include DSSE-KMS, SSE-C, and client-side encryption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3630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AA94C-2502-6B33-6964-C6DEEBC7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AWS KMS and Its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4150C-DAE3-3806-6BC7-7EDB6FABE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/>
              <a:t>AWS KMS helps create and manage encryption keys.</a:t>
            </a:r>
          </a:p>
          <a:p>
            <a:r>
              <a:rPr lang="en-US" sz="2000"/>
              <a:t>SSE-KMS integrates S3 encryption with KMS</a:t>
            </a:r>
          </a:p>
          <a:p>
            <a:r>
              <a:rPr lang="en-US" sz="2000"/>
              <a:t>Key policies and IMA permissions control key access.</a:t>
            </a:r>
          </a:p>
          <a:p>
            <a:r>
              <a:rPr lang="en-US" sz="2000"/>
              <a:t>KMS requests are subject to quotas and rate limits.</a:t>
            </a:r>
          </a:p>
          <a:p>
            <a:r>
              <a:rPr lang="en-US" sz="2000"/>
              <a:t>High request rates may cause throttling.</a:t>
            </a:r>
          </a:p>
          <a:p>
            <a:r>
              <a:rPr lang="en-US" sz="2000"/>
              <a:t>Cross-account access requires correct permissions and key policies.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38080-B714-4EAC-6578-62CDE66F4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290725"/>
            <a:ext cx="4788505" cy="154429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6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8554E-7BE1-A3F8-898F-50567BDB2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Amazon S3 Client-Side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92BD-A54B-312D-FBC5-64FF951D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1700"/>
              <a:t>The client encrypts data before uploading it to S3</a:t>
            </a:r>
          </a:p>
          <a:p>
            <a:r>
              <a:rPr lang="en-US" sz="1700"/>
              <a:t>S3 stores the encrypted object</a:t>
            </a:r>
          </a:p>
          <a:p>
            <a:r>
              <a:rPr lang="en-US" sz="1700"/>
              <a:t>The client decrypts the object after retrieval</a:t>
            </a:r>
          </a:p>
          <a:p>
            <a:r>
              <a:rPr lang="en-US" sz="1700"/>
              <a:t>The customer manages the required encryption keys</a:t>
            </a:r>
          </a:p>
          <a:p>
            <a:r>
              <a:rPr lang="en-US" sz="1700"/>
              <a:t>Losing the key may make data unrecoverable.</a:t>
            </a:r>
          </a:p>
          <a:p>
            <a:r>
              <a:rPr lang="en-US" sz="1700"/>
              <a:t>Losing the key may make data unrecoverable.</a:t>
            </a:r>
          </a:p>
          <a:p>
            <a:r>
              <a:rPr lang="en-US" sz="1700"/>
              <a:t>HTTPS is still important for secure data transfer.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567BE-C402-6231-CAA7-0A7D431F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272768"/>
            <a:ext cx="4788505" cy="158020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27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70609-E8D4-D785-7E74-4FDA3EB5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Comparing S3 Encryption Methods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53AB3-7328-817F-2CC3-CA5EA819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SSE-S3: S3 manages encryption and keys.</a:t>
            </a:r>
          </a:p>
          <a:p>
            <a:r>
              <a:rPr lang="en-US" dirty="0"/>
              <a:t>SSE-KMS: Integrates with KMS for key control and auditing.</a:t>
            </a:r>
          </a:p>
          <a:p>
            <a:r>
              <a:rPr lang="en-US" dirty="0"/>
              <a:t>DSSE-KMS: Provides two layers of server-side encryption.</a:t>
            </a:r>
          </a:p>
          <a:p>
            <a:r>
              <a:rPr lang="en-US" dirty="0"/>
              <a:t>SSE-KMS: Provides two layers of server-side encryption.</a:t>
            </a:r>
          </a:p>
          <a:p>
            <a:r>
              <a:rPr lang="en-US" dirty="0"/>
              <a:t>Client-Side encryption: Application encrypts before uploading.</a:t>
            </a:r>
          </a:p>
          <a:p>
            <a:r>
              <a:rPr lang="en-US" dirty="0"/>
              <a:t>Choose based on security, control and management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77362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AC9F-03EF-E881-32DE-301AC9FD0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Amazon S3 Access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F4C0-88E5-7A12-3C84-926423F84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/>
              <a:t>Server access logging records requests made to an S3 bucket.</a:t>
            </a:r>
          </a:p>
          <a:p>
            <a:r>
              <a:rPr lang="en-US" sz="2000"/>
              <a:t>Logs can include requester, time, operation and status details.</a:t>
            </a:r>
          </a:p>
          <a:p>
            <a:r>
              <a:rPr lang="en-US" sz="2000"/>
              <a:t>Helps investigate access issues and understand usage.</a:t>
            </a:r>
          </a:p>
          <a:p>
            <a:r>
              <a:rPr lang="en-US" sz="2000"/>
              <a:t>Logs are delivered to a configured destination bucket.</a:t>
            </a:r>
          </a:p>
          <a:p>
            <a:r>
              <a:rPr lang="en-US" sz="2000"/>
              <a:t>Destination permissions and configuration must be correct</a:t>
            </a:r>
          </a:p>
          <a:p>
            <a:r>
              <a:rPr lang="en-US" sz="2000"/>
              <a:t>Log delivery is not necessarily immediate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10B8B-2721-F2ED-29F2-2EA1B32F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751" y="2184914"/>
            <a:ext cx="1823737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72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9BBA6-79F3-360E-7A5A-25D328B2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301F-7DAB-2A20-8646-8764B5C6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Amazon S3 stores objects inside buckets.</a:t>
            </a:r>
          </a:p>
          <a:p>
            <a:r>
              <a:rPr lang="en-US" dirty="0"/>
              <a:t>Storage classes support different access patterns and budgets.</a:t>
            </a:r>
          </a:p>
          <a:p>
            <a:r>
              <a:rPr lang="en-US" dirty="0"/>
              <a:t>Lifecycle rules automate transitions and expiration.</a:t>
            </a:r>
          </a:p>
          <a:p>
            <a:r>
              <a:rPr lang="en-US" dirty="0"/>
              <a:t>Replication copies eligible objects between buckets.</a:t>
            </a:r>
          </a:p>
          <a:p>
            <a:r>
              <a:rPr lang="en-US" dirty="0"/>
              <a:t>Encryption protects data and requires appropriate key management</a:t>
            </a:r>
          </a:p>
          <a:p>
            <a:r>
              <a:rPr lang="en-US" dirty="0"/>
              <a:t>Access logs help investigate S3 requests and usage.</a:t>
            </a:r>
          </a:p>
        </p:txBody>
      </p:sp>
    </p:spTree>
    <p:extLst>
      <p:ext uri="{BB962C8B-B14F-4D97-AF65-F5344CB8AC3E}">
        <p14:creationId xmlns:p14="http://schemas.microsoft.com/office/powerpoint/2010/main" val="1133165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AE6CE-70B7-D3FE-237E-0ACC07B4C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-2" b="1577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4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647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Amazon S3 Storage</vt:lpstr>
      <vt:lpstr>Agenda</vt:lpstr>
      <vt:lpstr>Introduction to Amazon S3</vt:lpstr>
      <vt:lpstr>Amazon S3 Storage Classes</vt:lpstr>
      <vt:lpstr>Amazon S3 lifecycle Rules</vt:lpstr>
      <vt:lpstr>Amazon S3 Storage Class Analysis</vt:lpstr>
      <vt:lpstr>Amazon S3 Replication</vt:lpstr>
      <vt:lpstr>Amazon S3 Object Encryption</vt:lpstr>
      <vt:lpstr>AWS KMS and Its Limitations</vt:lpstr>
      <vt:lpstr>Amazon S3 Client-Side Encryption</vt:lpstr>
      <vt:lpstr>Comparing S3 Encryption Methods</vt:lpstr>
      <vt:lpstr>Amazon S3 Access Logs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2</cp:revision>
  <dcterms:created xsi:type="dcterms:W3CDTF">2026-10-11T21:14:24Z</dcterms:created>
  <dcterms:modified xsi:type="dcterms:W3CDTF">2026-10-13T19:52:51Z</dcterms:modified>
</cp:coreProperties>
</file>